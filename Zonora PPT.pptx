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xmlns="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 cstate="print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 cstate="print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 cstate="print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 cstate="print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b="0" strike="noStrike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 smtClean="0"/>
              <a:t>ZONORA – REAL ESTATE MANAGEMENT PLATFORM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Soutam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Kuity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GB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2211981404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GB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</a:t>
            </a:r>
            <a:r>
              <a:rPr lang="en-GB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Swati</a:t>
            </a:r>
            <a:r>
              <a:rPr lang="en-GB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GB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Goel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GB" b="1" dirty="0" smtClean="0"/>
              <a:t>Introduction</a:t>
            </a:r>
          </a:p>
          <a:p>
            <a:r>
              <a:rPr lang="en-GB" dirty="0" err="1" smtClean="0"/>
              <a:t>Zonora</a:t>
            </a:r>
            <a:r>
              <a:rPr lang="en-GB" dirty="0" smtClean="0"/>
              <a:t> is a real estate management platform that allows users to buy, sell, and rent properties directly without brokers. It helps reduce unnecessary middleman costs and makes property transactions easier and more transparent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r>
              <a:rPr lang="en-GB" dirty="0" smtClean="0"/>
              <a:t>• Reduces middleman commission costs</a:t>
            </a:r>
            <a:br>
              <a:rPr lang="en-GB" dirty="0" smtClean="0"/>
            </a:br>
            <a:r>
              <a:rPr lang="en-GB" dirty="0" smtClean="0"/>
              <a:t>• Direct communication between buyer and seller</a:t>
            </a:r>
            <a:br>
              <a:rPr lang="en-GB" dirty="0" smtClean="0"/>
            </a:br>
            <a:r>
              <a:rPr lang="en-GB" dirty="0" smtClean="0"/>
              <a:t>• Secure login and verified property details</a:t>
            </a:r>
            <a:br>
              <a:rPr lang="en-GB" dirty="0" smtClean="0"/>
            </a:br>
            <a:r>
              <a:rPr lang="en-GB" dirty="0" smtClean="0"/>
              <a:t>• Map-based property search</a:t>
            </a:r>
            <a:br>
              <a:rPr lang="en-GB" dirty="0" smtClean="0"/>
            </a:br>
            <a:r>
              <a:rPr lang="en-GB" dirty="0" smtClean="0"/>
              <a:t>• Real-time live chat </a:t>
            </a:r>
            <a:r>
              <a:rPr lang="en-GB" dirty="0" smtClean="0"/>
              <a:t>system</a:t>
            </a:r>
          </a:p>
          <a:p>
            <a:endParaRPr lang="en-GB" dirty="0" smtClean="0"/>
          </a:p>
          <a:p>
            <a:r>
              <a:rPr lang="en-GB" dirty="0" smtClean="0"/>
              <a:t>This platform helps users find better </a:t>
            </a:r>
            <a:r>
              <a:rPr lang="en-GB" dirty="0" smtClean="0"/>
              <a:t>property.</a:t>
            </a:r>
            <a:endParaRPr lang="en-GB" dirty="0" smtClean="0"/>
          </a:p>
          <a:p>
            <a:pPr marL="457200" lvl="0" indent="-317500">
              <a:buClr>
                <a:srgbClr val="000000"/>
              </a:buClr>
              <a:buSzPts val="1400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34719</TotalTime>
  <Words>79</Words>
  <Application>Microsoft Office PowerPoint</Application>
  <PresentationFormat>On-screen Show (4:3)</PresentationFormat>
  <Paragraphs>35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CCC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GLOBE</cp:lastModifiedBy>
  <cp:revision>2301</cp:revision>
  <dcterms:created xsi:type="dcterms:W3CDTF">2010-04-09T07:36:15Z</dcterms:created>
  <dcterms:modified xsi:type="dcterms:W3CDTF">2026-04-28T10:33:58Z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